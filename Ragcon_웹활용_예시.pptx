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0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3DC84-991D-C3AE-8CBC-EC4DC8FB8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024B28-7C83-B40A-2C57-9BA0EE538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990941-7547-FDDB-7E56-D1A16915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14398-7EAE-8093-AA10-FFC7CDC5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16D88-E73A-4ACA-E24C-72C6B8F0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82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F5157-D431-769E-ECF2-D238E637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EC44B-78E6-B05A-BFCB-4E01681D9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B6BFC3-8C4C-5FA5-90B6-9AD732F1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91C114-DB3D-36EE-E762-5F0E3515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A19F0-94EB-0A16-48E9-B2B391BA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76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FB67C1-F6AE-0998-3DA7-D11E8B79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681133-36C5-8EC3-C99D-5656C0CA3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A974E-0698-E6AF-DC9C-C851D257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6A92B-7EDE-7864-991F-9191078F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C6805-D899-87E8-BB09-CA1A6303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87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28479-2E73-DDDE-414C-BB06DEA1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3B0C6-E660-A5EC-A070-24283FF88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96DCB7-6F7B-3D2A-A1D6-0F8515E8D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B0004E-CD6E-2F29-8A4F-F9FDDFBEA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36F673-C076-E916-1C20-BCE84142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E64D4D-E24C-5404-7EE3-7B68D55D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56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688CA-083B-45FB-B9A2-D51B7468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43FE74-E7B6-9023-8896-0E6EE5005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6647D5-067D-9E69-C506-3CEA1E5BD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574F0B-4244-6024-B00E-9DFAF20F9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43DE0A-6ECA-B2F2-86A8-F4D6C0CC1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7154994-073C-191C-8E5C-B1102B1B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CD61FA-1224-6EC6-5A3E-E41CA8B5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A26609-CD8C-6058-DB56-C5F00DEA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24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A708F-F883-6B08-AF34-D1CE867C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7D3B64-2AB3-2652-5F7C-5F6F24FF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C0B85B-3624-F361-E990-70D8D6EF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889FF4-890C-DD60-8574-4A9440C8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7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4159EB-398B-19CC-0EC0-52D9EF679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68A79E-6930-8831-9BF5-AEE2DEFB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6E31C2-E930-8945-27B0-8EAAEA37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6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7E37B-0B5A-1076-2798-1B04148C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8B71D-9E73-7B16-A2AB-D0F2F90CC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88F0DA-781A-631D-155F-EED79F953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4703DF-9F5F-AF38-9C78-C8998883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B483AE-72C3-6227-BB19-8D4EC267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0EB049-346F-6BCF-0517-1A5EE761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430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0ADB2-FEF6-94DF-C02A-E34D3C176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EE3BE9-18A7-4FDB-47CE-6DE176FFE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9350DD-5A22-8E63-3352-3657EFAA9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7A7DA4-D1D2-73D2-0F3E-9137905D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175CDE-6ACF-D112-D2DA-52D0A499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FDA3D-DBE2-99BC-5314-4FAB419A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00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D8396-8B94-FD4C-BE46-1602F2D9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EFDBB4-760F-27E2-ABA7-C6E39404A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A91207-CF86-21E8-7C38-6680A327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12C737-E34D-21A0-5BC6-A4CAEC51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DAEC0-8714-FBEA-81D7-DF1EEEA7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79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2D3978-7EF7-675D-C4C3-E864A91C9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1AC15E-64FB-B8F9-CC6F-0E868E263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86A1C-2432-430E-7616-C6D8475E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5391D2-79F5-F884-2F8B-66D9D47F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88714-5594-E322-DEEE-7CD17B8E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012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0DA26-731A-9D3C-AD25-9D92572A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75AC27-890E-974B-D8D0-38782FEEA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F9BA4D-03BB-31BC-607D-FAAA90916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4D7BD-6E2E-42B3-908C-C7917AE09C1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44F90-4DB4-82FC-AEF3-92BF5E6B2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C877B4-4645-52F8-3A33-0AE5E5E6E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62E7A-6F49-4C6D-8AA5-7E89C1A6B4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44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37E00E-1E2E-A2CC-6675-F0AFBB4A1FA6}"/>
              </a:ext>
            </a:extLst>
          </p:cNvPr>
          <p:cNvSpPr txBox="1"/>
          <p:nvPr/>
        </p:nvSpPr>
        <p:spPr>
          <a:xfrm>
            <a:off x="4272742" y="3105834"/>
            <a:ext cx="410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TBM</a:t>
            </a:r>
            <a:r>
              <a:rPr lang="ko-KR" altLang="en-US" sz="3600" b="1" dirty="0"/>
              <a:t>작성 페이지</a:t>
            </a:r>
          </a:p>
        </p:txBody>
      </p:sp>
    </p:spTree>
    <p:extLst>
      <p:ext uri="{BB962C8B-B14F-4D97-AF65-F5344CB8AC3E}">
        <p14:creationId xmlns:p14="http://schemas.microsoft.com/office/powerpoint/2010/main" val="1741682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E077A1-B387-E23D-7AFA-57108AF1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28" y="0"/>
            <a:ext cx="9000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4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99753E-BA1D-2CE2-F935-57F4187F0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628259"/>
            <a:ext cx="1078380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70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40FE-4B4F-B49E-B030-BA7FB46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BAA1F-82E1-DC48-DFC0-471D471A0545}"/>
              </a:ext>
            </a:extLst>
          </p:cNvPr>
          <p:cNvSpPr txBox="1"/>
          <p:nvPr/>
        </p:nvSpPr>
        <p:spPr>
          <a:xfrm>
            <a:off x="5187142" y="3105834"/>
            <a:ext cx="410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문서 관리</a:t>
            </a:r>
          </a:p>
        </p:txBody>
      </p:sp>
    </p:spTree>
    <p:extLst>
      <p:ext uri="{BB962C8B-B14F-4D97-AF65-F5344CB8AC3E}">
        <p14:creationId xmlns:p14="http://schemas.microsoft.com/office/powerpoint/2010/main" val="367700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933B-73BF-455E-B102-B656BE26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68A237-7F35-50B4-5DB1-FE6065B35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92" y="347232"/>
            <a:ext cx="10498015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5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</Words>
  <Application>Microsoft Office PowerPoint</Application>
  <PresentationFormat>와이드스크린</PresentationFormat>
  <Paragraphs>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지훈 김</dc:creator>
  <cp:lastModifiedBy>지훈 김</cp:lastModifiedBy>
  <cp:revision>1</cp:revision>
  <dcterms:created xsi:type="dcterms:W3CDTF">2025-12-23T06:24:36Z</dcterms:created>
  <dcterms:modified xsi:type="dcterms:W3CDTF">2025-12-23T06:39:12Z</dcterms:modified>
</cp:coreProperties>
</file>